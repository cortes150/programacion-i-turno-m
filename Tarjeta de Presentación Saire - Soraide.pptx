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3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2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71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0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9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8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3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5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76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9376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30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57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92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23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44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73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1800" dirty="0"/>
              <a:t>CONOCIENDO A TODOS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sz="1800" dirty="0"/>
              <a:t>Tarjeta de presenta</a:t>
            </a:r>
            <a:r>
              <a:rPr lang="es-MX" sz="1800" dirty="0"/>
              <a:t>c</a:t>
            </a:r>
            <a:r>
              <a:rPr sz="1800" dirty="0"/>
              <a:t>i</a:t>
            </a:r>
            <a:r>
              <a:rPr lang="es-MX" sz="1800" dirty="0"/>
              <a:t>ó</a:t>
            </a:r>
            <a:r>
              <a:rPr sz="1800" dirty="0"/>
              <a:t>n </a:t>
            </a:r>
            <a:r>
              <a:rPr lang="es-MX" sz="1800" dirty="0"/>
              <a:t>Grupal</a:t>
            </a:r>
          </a:p>
          <a:p>
            <a:pPr algn="l"/>
            <a:endParaRPr lang="es-MX" sz="1800" dirty="0"/>
          </a:p>
          <a:p>
            <a:pPr algn="l"/>
            <a:r>
              <a:rPr lang="es-MX" sz="1800" dirty="0"/>
              <a:t>Franco Richard Saire arias y benjamin angel soraide salazar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/>
              <a:t>Información Personal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2052925"/>
            <a:ext cx="6711654" cy="4195481"/>
          </a:xfrm>
        </p:spPr>
        <p:txBody>
          <a:bodyPr/>
          <a:lstStyle/>
          <a:p>
            <a:pPr algn="just"/>
            <a:r>
              <a:rPr sz="1800" dirty="0"/>
              <a:t>• Nombre: </a:t>
            </a:r>
            <a:r>
              <a:rPr lang="es-BO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Franco Richard Saire Arias</a:t>
            </a:r>
            <a:r>
              <a:rPr lang="es-BO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s-BO" sz="18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Benjamin Angel Soraide Salazar</a:t>
            </a:r>
            <a:endParaRPr sz="1800" dirty="0">
              <a:solidFill>
                <a:srgbClr val="002060"/>
              </a:solidFill>
            </a:endParaRPr>
          </a:p>
          <a:p>
            <a:pPr algn="just"/>
            <a:r>
              <a:rPr sz="1800" dirty="0"/>
              <a:t>• Edad: </a:t>
            </a:r>
            <a:r>
              <a:rPr lang="es-MX" sz="1800" dirty="0">
                <a:solidFill>
                  <a:schemeClr val="bg1"/>
                </a:solidFill>
              </a:rPr>
              <a:t>19</a:t>
            </a:r>
            <a:r>
              <a:rPr lang="es-MX" sz="1800" dirty="0"/>
              <a:t> - </a:t>
            </a:r>
            <a:r>
              <a:rPr lang="es-MX" sz="1800" dirty="0">
                <a:solidFill>
                  <a:srgbClr val="002060"/>
                </a:solidFill>
              </a:rPr>
              <a:t>20</a:t>
            </a:r>
            <a:endParaRPr sz="1800" dirty="0">
              <a:solidFill>
                <a:srgbClr val="002060"/>
              </a:solidFill>
            </a:endParaRPr>
          </a:p>
          <a:p>
            <a:pPr algn="just"/>
            <a:r>
              <a:rPr sz="1800" dirty="0"/>
              <a:t>• Ocupación: </a:t>
            </a:r>
            <a:r>
              <a:rPr lang="es-MX" sz="1800" dirty="0"/>
              <a:t>Estudiantes</a:t>
            </a:r>
            <a:endParaRPr sz="1800" dirty="0"/>
          </a:p>
          <a:p>
            <a:pPr algn="just"/>
            <a:r>
              <a:rPr sz="1800" dirty="0"/>
              <a:t>• Pasatiempo o hobby: </a:t>
            </a:r>
            <a:r>
              <a:rPr lang="es-BO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Jugar videojuegos, jugar fútbol e ir a la cancha </a:t>
            </a:r>
            <a:r>
              <a:rPr lang="es-BO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MX" sz="1800" dirty="0">
                <a:solidFill>
                  <a:srgbClr val="002060"/>
                </a:solidFill>
              </a:rPr>
              <a:t>Hacer ejercicio, natación, jugar videojuegos y cocinar.</a:t>
            </a:r>
            <a:endParaRPr sz="1800" dirty="0"/>
          </a:p>
          <a:p>
            <a:pPr algn="l"/>
            <a:r>
              <a:rPr sz="1800" dirty="0"/>
              <a:t>• Equipo de </a:t>
            </a:r>
            <a:r>
              <a:rPr sz="1800" dirty="0" err="1"/>
              <a:t>fútbol</a:t>
            </a:r>
            <a:r>
              <a:rPr sz="1800" dirty="0"/>
              <a:t> </a:t>
            </a:r>
            <a:r>
              <a:rPr sz="1800" dirty="0" err="1"/>
              <a:t>favorito</a:t>
            </a:r>
            <a:r>
              <a:rPr sz="1800" dirty="0"/>
              <a:t>: </a:t>
            </a:r>
            <a:r>
              <a:rPr lang="es-BO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Real Madrid </a:t>
            </a:r>
            <a:r>
              <a:rPr lang="es-BO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BO" sz="18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Ninguno</a:t>
            </a:r>
            <a:endParaRPr lang="es-MX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/>
              <a:t>Carrera y Motivación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173908"/>
            <a:ext cx="6711654" cy="523137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sz="1800" dirty="0"/>
              <a:t>• ¿Por qué estoy estudiando Ingeniería de Sistemas?</a:t>
            </a:r>
          </a:p>
          <a:p>
            <a:pPr marL="0" indent="0" algn="just">
              <a:buNone/>
            </a:pPr>
            <a:r>
              <a:rPr lang="es-BO" sz="1600" kern="1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Porque me gusta la tecnología, las computadoras y aprender sobre programación. </a:t>
            </a:r>
            <a:r>
              <a:rPr lang="es-BO" sz="1600" kern="1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MX" sz="1600" dirty="0">
                <a:solidFill>
                  <a:srgbClr val="002060"/>
                </a:solidFill>
                <a:latin typeface="+mn-lt"/>
              </a:rPr>
              <a:t>Porque estoy interesado en la carrera, por parte de mi papá que fue Ingeniero de Sistemas y sigo sus pasos, siendo que el igual estudio en la Unandes.</a:t>
            </a:r>
            <a:endParaRPr sz="1600" dirty="0"/>
          </a:p>
          <a:p>
            <a:pPr algn="just"/>
            <a:r>
              <a:rPr sz="1800" dirty="0"/>
              <a:t>• </a:t>
            </a:r>
            <a:r>
              <a:rPr sz="1800" dirty="0" err="1"/>
              <a:t>Interés</a:t>
            </a:r>
            <a:r>
              <a:rPr sz="1800" dirty="0"/>
              <a:t> que </a:t>
            </a:r>
            <a:r>
              <a:rPr sz="1800" dirty="0" err="1"/>
              <a:t>tengo</a:t>
            </a:r>
            <a:r>
              <a:rPr sz="1800" dirty="0"/>
              <a:t> por la </a:t>
            </a:r>
            <a:r>
              <a:rPr sz="1800" dirty="0" err="1"/>
              <a:t>asignatura</a:t>
            </a:r>
            <a:r>
              <a:rPr sz="1800" dirty="0"/>
              <a:t>:</a:t>
            </a:r>
          </a:p>
          <a:p>
            <a:pPr marL="0" indent="0" algn="just">
              <a:buNone/>
            </a:pPr>
            <a:r>
              <a:rPr lang="es-BO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Aprender más sobre computadoras, software y cómo funcionan los sistemas. </a:t>
            </a:r>
            <a:r>
              <a:rPr lang="es-BO" sz="18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MX" sz="1800" dirty="0">
                <a:solidFill>
                  <a:srgbClr val="002060"/>
                </a:solidFill>
                <a:latin typeface="+mn-lt"/>
              </a:rPr>
              <a:t>Aprender muchísimo más y sobre todo lo interesante de llevar las matemáticas, y de como adecuar lo y usarlo en nuestra vida y futuros proyectos que llevaremos.</a:t>
            </a:r>
            <a:endParaRPr sz="1800" dirty="0">
              <a:solidFill>
                <a:srgbClr val="002060"/>
              </a:solidFill>
              <a:latin typeface="+mn-lt"/>
            </a:endParaRPr>
          </a:p>
          <a:p>
            <a:pPr algn="just"/>
            <a:r>
              <a:rPr sz="1800" dirty="0"/>
              <a:t>• ¿Qué me motiva como persona?</a:t>
            </a:r>
          </a:p>
          <a:p>
            <a:pPr marL="0" indent="0" algn="just">
              <a:buNone/>
            </a:pPr>
            <a:r>
              <a:rPr lang="es-BO" sz="1800" kern="1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Salir adelante, aprender cosas nuevas y cumplir mis metas. </a:t>
            </a:r>
            <a:r>
              <a:rPr lang="es-BO" sz="1800" kern="1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MX" sz="1800" dirty="0">
                <a:solidFill>
                  <a:srgbClr val="002060"/>
                </a:solidFill>
                <a:latin typeface="+mn-lt"/>
              </a:rPr>
              <a:t>Seria más que todo el crecimiento de manera personal y sobre todo mi familia que em apoya en mis estudios, y me animan a seguir con mi carrera que elegí.</a:t>
            </a:r>
            <a:endParaRPr sz="1800" dirty="0">
              <a:solidFill>
                <a:srgbClr val="002060"/>
              </a:solidFill>
              <a:latin typeface="+mn-lt"/>
            </a:endParaRPr>
          </a:p>
          <a:p>
            <a:pPr algn="just"/>
            <a:r>
              <a:rPr sz="1800" dirty="0"/>
              <a:t>• ¿Qué me preocupa o me hace </a:t>
            </a:r>
            <a:r>
              <a:rPr sz="1800" dirty="0" err="1"/>
              <a:t>reflexionar</a:t>
            </a:r>
            <a:r>
              <a:rPr sz="1800" dirty="0"/>
              <a:t>?</a:t>
            </a:r>
            <a:endParaRPr lang="es-MX" sz="1800" dirty="0"/>
          </a:p>
          <a:p>
            <a:pPr marL="0" indent="0" algn="just">
              <a:buNone/>
            </a:pPr>
            <a:r>
              <a:rPr lang="es-BO" sz="180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No cumplir mis objetivos académicos y personales. </a:t>
            </a:r>
            <a:r>
              <a:rPr lang="es-BO" sz="18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MX" sz="1800" dirty="0">
                <a:solidFill>
                  <a:srgbClr val="002060"/>
                </a:solidFill>
                <a:latin typeface="+mn-lt"/>
              </a:rPr>
              <a:t>Seria más en base a reprobar la materia debido a mi falta de conocimiento más en teoría me esfuerzo y reflexiono, si lo podre y cumpliré mis metas que me propuse al entrar en la carrera de Ingeniería de Sistemas.</a:t>
            </a:r>
          </a:p>
          <a:p>
            <a:pPr marL="0" indent="0" algn="l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800"/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/>
              <a:t>¡Mucho gusto en conocerlos!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</TotalTime>
  <Words>308</Words>
  <Application>Microsoft Office PowerPoint</Application>
  <PresentationFormat>Presentación en pantalla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Century Gothic</vt:lpstr>
      <vt:lpstr>Times New Roman</vt:lpstr>
      <vt:lpstr>Wingdings 3</vt:lpstr>
      <vt:lpstr>Ion</vt:lpstr>
      <vt:lpstr>CONOCIENDO A TODOS</vt:lpstr>
      <vt:lpstr>Información Personal</vt:lpstr>
      <vt:lpstr>Carrera y Motivación</vt:lpstr>
      <vt:lpstr>Gracias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CONOCIENDO A TODOS</dc:title>
  <dc:subject/>
  <dc:creator>BENJAMIN</dc:creator>
  <cp:keywords/>
  <dc:description>generated using python-pptx</dc:description>
  <cp:lastModifiedBy>soraidebenjamin3b@gmail.com</cp:lastModifiedBy>
  <cp:revision>5</cp:revision>
  <dcterms:created xsi:type="dcterms:W3CDTF">2013-01-27T09:14:16Z</dcterms:created>
  <dcterms:modified xsi:type="dcterms:W3CDTF">2026-05-25T15:49:36Z</dcterms:modified>
  <cp:category/>
</cp:coreProperties>
</file>