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0D8A9-8210-3442-845D-A931799B4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811410-AD6A-A524-1DA8-B842D30BE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ECA60E-0FCA-3949-878A-02371BCC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57CA5E-5A01-FD1E-A881-635016EA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D4BB2D-3583-01A7-4554-C670EE0F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4679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8B77A-21BB-B9F2-6971-23206E7E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6D06A2-CED3-C82F-A29C-F2561157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73F213-DFD0-606E-CC9C-AC1CB951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319D92-895B-FEAF-C3DC-E6FACDE8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A9519-155E-5589-D11E-A9C3C53D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4428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ABCEC-C15F-4C81-DE3C-EBF09A55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5DCBA-444F-A768-EBE6-99C85026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C266D7-21B1-9408-D45A-1DE901BD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5C5D77-C2AB-854D-0438-B7CDB5FC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E617F4-8918-B497-08B3-2FC414AE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0738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57EFA-2BD7-9CE5-6276-6639E367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23C4C7-0A6E-56BE-E599-728210079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A1FC04-0287-D393-C6C3-DEBFA9AC6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68B27C-4CF4-691C-4361-5DA68710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C32301-2017-F8F1-E781-7B6C28F5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6BCADE-8EEB-D748-8D56-CDD070F7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0700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E74E0-8C89-4399-B788-AE15664A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0D614B-02BA-4751-ED23-6FB933F0E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D2884C-9022-46FE-8A8B-29098E3AC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5EF2BB-6309-1BBD-3810-F6A636862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A0AA18-F008-75A8-7A16-B5B94C549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0B0CA8-295C-B44D-C7BA-16EDF91C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90AF6B-9F6D-81A1-E769-78DF9151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03E774-478D-4590-B8D0-9034889B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5037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6ACCE-3A0D-37FC-83D0-F3C5F11C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3BD640-B9B0-AE72-3FA1-C8F280A6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FFAA15-165A-D55D-9356-1C6081D4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781661-42F4-CD7B-7E4E-2A2A02BE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17795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AEA392-8244-3022-6CC8-A0D2EA48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005E04-6CEB-0568-6FE1-735A845B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0EA15B-4501-D1C6-1739-A465EEDD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127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76E53-CB9E-3F2E-1A2C-6454906F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AF89F-7C52-3B1E-343C-570ACC096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3269A2-71DC-9037-A207-9BD0179DF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337DBE-1157-22D4-F2C4-BF61E7AB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81A2F6-BE4E-8A40-4CB2-84FEA440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7B6FED-8C12-D4FB-4EDD-2368346C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0728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B5656-E6ED-5E8B-0FFB-559B227A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7FE642-54E7-C39B-7712-10D789C5E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39B0CB-7C10-2134-C1CA-EA9097D68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BF5A9-621D-3F18-EF66-92B85C64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D7E469-58B3-0338-D2FA-F98EEA57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55F332-A871-31E3-5E13-92E13D53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2251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7D7D4-42B7-D09D-772E-CC5F71AD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6AB059-34A9-6AB6-B2A5-02AB274A9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C838A5-EC6A-E517-91F2-C08F59CC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BEDA6-7762-FBB3-2722-10E9966C6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AFFD8-0B38-6D17-B93A-5BF0D4CF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7710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C51B33-19F1-1DD8-7DB1-4A055AA4E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351ACD-34EA-D803-260A-4F5AE40E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BFDF4B-7FD0-8465-1DD7-143A12F6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11E7D-EF71-3CE2-3C7B-1A939DE4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398393-878B-646D-55D3-1AFF143C1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911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99C7A7-D6F8-921E-7958-CF27F953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47EA2D-5CF2-A43F-C1D1-611C1F9A3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0659C2-F9EF-FCCE-F00F-6951FF934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2F136-08EB-4865-A4DF-8565AD6F47B0}" type="datetimeFigureOut">
              <a:rPr lang="es-BO" smtClean="0"/>
              <a:t>25/5/2026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E0312-3642-CCA3-8938-142DE6365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5317A-233C-2CE0-C34B-8C04B8D0D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66A26-EE98-4DBF-B2C2-4B054351C7C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3654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70EEBED-5FF7-C9CA-52CA-F96100E5E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57"/>
          <a:stretch>
            <a:fillRect/>
          </a:stretch>
        </p:blipFill>
        <p:spPr>
          <a:xfrm>
            <a:off x="-74427" y="0"/>
            <a:ext cx="12220730" cy="693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8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047F71-D35B-E17D-4AA5-2FC5790A3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09"/>
          <a:stretch>
            <a:fillRect/>
          </a:stretch>
        </p:blipFill>
        <p:spPr>
          <a:xfrm>
            <a:off x="-106326" y="-386"/>
            <a:ext cx="12298326" cy="685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5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81596B-5A70-2138-C3A1-C42DD5678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958" y="0"/>
            <a:ext cx="12308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71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</dc:creator>
  <cp:lastModifiedBy>JUAN</cp:lastModifiedBy>
  <cp:revision>1</cp:revision>
  <dcterms:created xsi:type="dcterms:W3CDTF">2026-05-25T14:00:04Z</dcterms:created>
  <dcterms:modified xsi:type="dcterms:W3CDTF">2026-05-25T14:01:14Z</dcterms:modified>
</cp:coreProperties>
</file>